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1A1A1A"/>
                </a:solidFill>
                <a:latin typeface="Calibri"/>
              </a:rPr>
              <a:t>Architecture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461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B30920"/>
                </a:solidFill>
                <a:latin typeface="Calibri"/>
              </a:rPr>
              <a:t>Proof of Concept  -&gt;  Production (Microsoft-native)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Same app and billing logic. Same identity. Only the surroundings move into Azure.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Ovation Invoicing  - 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Side-by-side: what runs 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51560"/>
            <a:ext cx="3611880" cy="50292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78992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Proof of Concept (today)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3611880" cy="50292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78992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Production - Microsoft /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App + billing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78308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78308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Next.js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697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Next.js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8308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2E7D46"/>
                </a:solidFill>
                <a:latin typeface="Calibri"/>
              </a:rPr>
              <a:t>no change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32120" y="190195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2316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Identity / sign-in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42316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242316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Microsoft Entra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2316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2697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Microsoft Entra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2316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2E7D46"/>
                </a:solidFill>
                <a:latin typeface="Calibri"/>
              </a:rPr>
              <a:t>no change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32120" y="254203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6324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Hosting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06324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306324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Vercel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06324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06324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Azure App Service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32120" y="318211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70332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370332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370332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PostgreSQL on Neon (AWS)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0332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Azure Database for PostgreSQL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532120" y="382219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34340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Secrets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434340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434340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Vercel env vars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34340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34340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Azure Key Vault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532120" y="446227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98348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Email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498348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498348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None (manual send)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98348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98348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Microsoft Graph - Ovation mailbox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532120" y="510235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62356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CI/CD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562356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65960" y="562356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GitHub -&gt; Vercel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62356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62356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GitHub Actions -&gt; Azure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5532120" y="574243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2636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Minor: the public geocoding fallback is replaced by Azure Maps or the local table. Net: zero non-Microsoft vendors.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Why the move is low-risk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2651760"/>
          </a:xfrm>
          <a:prstGeom prst="roundRect">
            <a:avLst/>
          </a:prstGeom>
          <a:solidFill>
            <a:srgbClr val="E7F1E9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7D46"/>
                </a:solidFill>
                <a:latin typeface="Calibri"/>
              </a:rPr>
              <a:t>Stays exactly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Application code + billing / invoice logic (built &amp; validated)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PostgreSQL engine (Neon and Azure are the same Postgres)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Microsoft Entra ID identity + @ovationwps.com gate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Data model and all existing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2651760"/>
          </a:xfrm>
          <a:prstGeom prst="roundRect">
            <a:avLst/>
          </a:prstGeom>
          <a:solidFill>
            <a:srgbClr val="F6F1F2"/>
          </a:solidFill>
          <a:ln w="15875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Only this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Where it runs: Vercel -&gt; Azure App Service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Where data lives: Neon -&gt; Azure PostgreSQL (data copy)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Secrets -&gt; Azure Key Vault; pipeline -&gt; Azure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Plus new: Microsoft Graph email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666666"/>
                </a:solidFill>
                <a:latin typeface="Calibri"/>
              </a:rPr>
              <a:t>One build setting in code; the rest is hosting +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ISO 27001 posture (production)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2628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Data residency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All data inside Azure / the tenant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43484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52628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Vendors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Single vendor (Microsoft), existing agreements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443484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52628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Access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Entra, @ovationwps.com, role-based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623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Secrets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Azure Key Vault + managed identity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553212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5623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Email records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Graph -&gt; Exchange Sent Items + retention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553212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5623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Audit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Entra sign-in; invoice + email logged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